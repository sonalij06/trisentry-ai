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6FEB"/>
                </a:solidFill>
                <a:latin typeface="Segoe UI"/>
              </a:rPr>
              <a:t>AI EARLY-WARNING HEALTH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17192B"/>
                </a:solidFill>
                <a:latin typeface="Segoe UI"/>
              </a:rPr>
              <a:t>TriSentry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666A80"/>
                </a:solidFill>
                <a:latin typeface="Segoe UI"/>
              </a:rPr>
              <a:t>One shared risk engine. Three ways danger signs get caught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666A80"/>
                </a:solidFill>
                <a:latin typeface="Segoe UI"/>
              </a:rPr>
              <a:t>before they become emergencies.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343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B3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Symptom Triage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3434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2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Maternal Screener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43434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D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Medication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0350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66A80"/>
                </a:solidFill>
                <a:latin typeface="Segoe UI"/>
              </a:rPr>
              <a:t>[Your Name / Team Name]  ·  Tech for a Better Tomorrow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6FEB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192B"/>
                </a:solidFill>
                <a:latin typeface="Segoe UI"/>
              </a:rPr>
              <a:t>The queue doesn't know who's dying.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194560"/>
            <a:ext cx="201168" cy="201168"/>
          </a:xfrm>
          <a:prstGeom prst="ellipse">
            <a:avLst/>
          </a:prstGeom>
          <a:solidFill>
            <a:srgbClr val="B3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92B"/>
                </a:solidFill>
                <a:latin typeface="Segoe UI"/>
              </a:rPr>
              <a:t>Overcrowded clinic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926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66A80"/>
                </a:solidFill>
                <a:latin typeface="Segoe UI"/>
              </a:rPr>
              <a:t>A patient with chest pain waits behind someone with a mild cold — nothing flags urgency before a doctor sees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60" y="2194560"/>
            <a:ext cx="201168" cy="201168"/>
          </a:xfrm>
          <a:prstGeom prst="ellipse">
            <a:avLst/>
          </a:prstGeom>
          <a:solidFill>
            <a:srgbClr val="C2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5146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92B"/>
                </a:solidFill>
                <a:latin typeface="Segoe UI"/>
              </a:rPr>
              <a:t>Untrained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063240"/>
            <a:ext cx="2926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66A80"/>
                </a:solidFill>
                <a:latin typeface="Segoe UI"/>
              </a:rPr>
              <a:t>A community health worker misses a pregnancy danger sign like severe headache with blurred vision — a warning sign of pre-eclampsia.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2194560"/>
            <a:ext cx="201168" cy="201168"/>
          </a:xfrm>
          <a:prstGeom prst="ellipse">
            <a:avLst/>
          </a:prstGeom>
          <a:solidFill>
            <a:srgbClr val="7A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5146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92B"/>
                </a:solidFill>
                <a:latin typeface="Segoe UI"/>
              </a:rPr>
              <a:t>Hidden drug interactions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63240"/>
            <a:ext cx="2926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66A80"/>
                </a:solidFill>
                <a:latin typeface="Segoe UI"/>
              </a:rPr>
              <a:t>Someone on multiple prescriptions has no easy way to check if two of them are dangerous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192B"/>
                </a:solidFill>
                <a:latin typeface="Segoe UI"/>
              </a:rPr>
              <a:t>Three different settings. One shared root problem: recognizing a danger sign early enough to act on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TriSentry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6FEB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192B"/>
                </a:solidFill>
                <a:latin typeface="Segoe UI"/>
              </a:rPr>
              <a:t>One engine. Three ways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19456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B31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Free-text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92B"/>
                </a:solidFill>
                <a:latin typeface="Segoe UI"/>
              </a:rPr>
              <a:t>Symptom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9184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66A80"/>
                </a:solidFill>
                <a:latin typeface="Segoe UI"/>
              </a:rPr>
              <a:t>matched against public emergency-warning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219456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C24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Danger-sign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78892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92B"/>
                </a:solidFill>
                <a:latin typeface="Segoe UI"/>
              </a:rPr>
              <a:t>Maternal Screener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29184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66A80"/>
                </a:solidFill>
                <a:latin typeface="Segoe UI"/>
              </a:rPr>
              <a:t>matched against WHO's published pregnancy danger signs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58200" y="219456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0D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Photo of pill bottles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78892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192B"/>
                </a:solidFill>
                <a:latin typeface="Segoe UI"/>
              </a:rPr>
              <a:t>Medication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9184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66A80"/>
                </a:solidFill>
                <a:latin typeface="Segoe UI"/>
              </a:rPr>
              <a:t>drug names checked against known dangerous combinations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 w="12700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6FEB"/>
                </a:solidFill>
                <a:latin typeface="Segoe UI"/>
              </a:rPr>
              <a:t>Every channel produces the same output: an urgency level (red / yellow / green) + a plain-language explanation of why.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TriSentry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CE8FF"/>
                </a:solidFill>
                <a:latin typeface="Segoe UI"/>
              </a:rPr>
              <a:t>Switching to the running app — see DEMO_SCRIPT.md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6FEB"/>
                </a:solidFill>
                <a:latin typeface="Segoe UI"/>
              </a:rPr>
              <a:t>HOW IT'S BUILT — AND WHY IT'S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192B"/>
                </a:solidFill>
                <a:latin typeface="Segoe UI"/>
              </a:rPr>
              <a:t>The AI classifies. The code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700">
                <a:solidFill>
                  <a:srgbClr val="17192B"/>
                </a:solidFill>
                <a:latin typeface="Segoe UI"/>
              </a:rPr>
              <a:t>The urgency decision (red / yellow / green) is deterministic code over matched rule tiers — not an AI guess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700">
                <a:solidFill>
                  <a:srgbClr val="17192B"/>
                </a:solidFill>
                <a:latin typeface="Segoe UI"/>
              </a:rPr>
              <a:t>The AI's only job: classify free text or a photo against OUR fixed, publicly-sourced clinical catalog — it cannot invent a new rule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700">
                <a:solidFill>
                  <a:srgbClr val="17192B"/>
                </a:solidFill>
                <a:latin typeface="Segoe UI"/>
              </a:rPr>
              <a:t>Medication dosage is only ever transcribed from what's printed on the label in the photo — never generated from general knowledge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700">
                <a:solidFill>
                  <a:srgbClr val="17192B"/>
                </a:solidFill>
                <a:latin typeface="Segoe UI"/>
              </a:rPr>
              <a:t>This is a priority-ordering aid, not a diagnostic tool — stated explicitly on every page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700">
                <a:solidFill>
                  <a:srgbClr val="17192B"/>
                </a:solidFill>
                <a:latin typeface="Segoe UI"/>
              </a:rPr>
              <a:t>Offline fallback for text-based modules — a demo never breaks if the network hiccups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TriSentry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6FEB"/>
                </a:solidFill>
                <a:latin typeface="Segoe UI"/>
              </a:rPr>
              <a:t>WHY IT'S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192B"/>
                </a:solidFill>
                <a:latin typeface="Segoe UI"/>
              </a:rPr>
              <a:t>One architecture, not three demos.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66A80"/>
                </a:solidFill>
                <a:latin typeface="Segoe UI"/>
              </a:rPr>
              <a:t>Three bolted-together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666A80"/>
                </a:solidFill>
                <a:latin typeface="Segoe UI"/>
              </a:rPr>
              <a:t>  •  </a:t>
            </a:r>
            <a:r>
              <a:rPr sz="1600">
                <a:solidFill>
                  <a:srgbClr val="666A80"/>
                </a:solidFill>
                <a:latin typeface="Segoe UI"/>
              </a:rPr>
              <a:t>Separate logic per feature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666A80"/>
                </a:solidFill>
                <a:latin typeface="Segoe UI"/>
              </a:rPr>
              <a:t>  •  </a:t>
            </a:r>
            <a:r>
              <a:rPr sz="1600">
                <a:solidFill>
                  <a:srgbClr val="666A80"/>
                </a:solidFill>
                <a:latin typeface="Segoe UI"/>
              </a:rPr>
              <a:t>Inconsistent output format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666A80"/>
                </a:solidFill>
                <a:latin typeface="Segoe UI"/>
              </a:rPr>
              <a:t>  •  </a:t>
            </a:r>
            <a:r>
              <a:rPr sz="1600">
                <a:solidFill>
                  <a:srgbClr val="666A80"/>
                </a:solidFill>
                <a:latin typeface="Segoe UI"/>
              </a:rPr>
              <a:t>Adding a 4th feature = another rebuild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6FEB"/>
                </a:solidFill>
                <a:latin typeface="Segoe UI"/>
              </a:rPr>
              <a:t>TriSentry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600">
                <a:solidFill>
                  <a:srgbClr val="17192B"/>
                </a:solidFill>
                <a:latin typeface="Segoe UI"/>
              </a:rPr>
              <a:t>One match → score → explain engine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600">
                <a:solidFill>
                  <a:srgbClr val="17192B"/>
                </a:solidFill>
                <a:latin typeface="Segoe UI"/>
              </a:rPr>
              <a:t>Same urgency format across all channels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600">
                <a:solidFill>
                  <a:srgbClr val="17192B"/>
                </a:solidFill>
                <a:latin typeface="Segoe UI"/>
              </a:rPr>
              <a:t>Adding a 4th channel is an extension, not a 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TriSentry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6FEB"/>
                </a:solidFill>
                <a:latin typeface="Segoe UI"/>
              </a:rPr>
              <a:t>IMPACT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192B"/>
                </a:solidFill>
                <a:latin typeface="Segoe UI"/>
              </a:rPr>
              <a:t>Every correct flag is someone seen in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1206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92B"/>
                </a:solidFill>
                <a:latin typeface="Segoe UI"/>
              </a:rPr>
              <a:t>Impact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500">
                <a:solidFill>
                  <a:srgbClr val="17192B"/>
                </a:solidFill>
                <a:latin typeface="Segoe UI"/>
              </a:rPr>
              <a:t>Helps overcrowded clinics prioritize who needs care most urgently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500">
                <a:solidFill>
                  <a:srgbClr val="17192B"/>
                </a:solidFill>
                <a:latin typeface="Segoe UI"/>
              </a:rPr>
              <a:t>Helps community health workers catch danger signs they weren't trained to recognize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500">
                <a:solidFill>
                  <a:srgbClr val="17192B"/>
                </a:solidFill>
                <a:latin typeface="Segoe UI"/>
              </a:rPr>
              <a:t>Helps patients avoid dangerous medication combinations before they happen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92B"/>
                </a:solidFill>
                <a:latin typeface="Segoe U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500">
                <a:solidFill>
                  <a:srgbClr val="17192B"/>
                </a:solidFill>
                <a:latin typeface="Segoe UI"/>
              </a:rPr>
              <a:t>Licensed drug-interaction database (e.g. RxNorm) instead of the curated demo list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500">
                <a:solidFill>
                  <a:srgbClr val="17192B"/>
                </a:solidFill>
                <a:latin typeface="Segoe UI"/>
              </a:rPr>
              <a:t>SMS / voice intake for health workers without smartphones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  •  </a:t>
            </a:r>
            <a:r>
              <a:rPr sz="1500">
                <a:solidFill>
                  <a:srgbClr val="17192B"/>
                </a:solidFill>
                <a:latin typeface="Segoe UI"/>
              </a:rPr>
              <a:t>Historical tracking per clinic to measure time-to-escalation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66A80"/>
                </a:solidFill>
                <a:latin typeface="Segoe UI"/>
              </a:rPr>
              <a:t>Thank you — questions welcome.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A80"/>
                </a:solidFill>
                <a:latin typeface="Segoe UI"/>
              </a:rPr>
              <a:t>TriSentry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